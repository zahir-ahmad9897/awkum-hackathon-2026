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564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8826" y="117987"/>
            <a:ext cx="9144000" cy="1651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TrustFund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-68826" y="967555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Crowdfunding for Social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343275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 smtClean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800" dirty="0" smtClean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404 Engr.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Zahir Ahmad &amp; Mehran Ullah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UET Mardan</a:t>
            </a:r>
            <a:endParaRPr lang="en-US" sz="1800" dirty="0"/>
          </a:p>
        </p:txBody>
      </p:sp>
      <p:pic>
        <p:nvPicPr>
          <p:cNvPr id="5" name="Image 0" descr="C:\Users\Zahir Ahmad\.gemini\antigravity\brain\7bb8d3cc-2941-4d4d-ba3b-da83aea0a4a9\trust_shield_17767646624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097" y="1702823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Core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'Scam' Crisis in digital philanthropy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Accountability for fund managers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tracking of funds post-donation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ask: Where is my money actually going?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Our Solution: TrustFund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3rd-Party NGO Verification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Regulated Withdrawals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Transparent, Real-time Ledgers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transparency brings trust back.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React + Vite + Tailwind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Node.js, Express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Database: MySQL with Prisma ORM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Real-Time: Socket.IO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Pre-Verification Quarantine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-&gt; Creates Campaign -&gt; Locked Box (Pending)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Campaigns Default to PENDING State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Initially Hidden from Public Eye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Mitigates Immediate Fraud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NGO Autonomous Auditing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Box -&gt; NGO Agent -&gt; Verified (Green Tick)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Conflict-of-Interest Guards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NGOs Cannot Verify Own Campaigns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Status Flip to VERIFIED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Atomic Financial Transactions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Acid-Compliant Execution (Prisma $transaction)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Simultaneous Receipt &amp; Total Update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Race Conditions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server crashes mid-donation, the database safely rolls back.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Real-Time Impact Tracking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Powered by WebSockets (Socket.IO)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Page Refreshes Required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Donor Gratification (Live Progress Bars)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Regulated Withdrawals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Balance Caps (Cannot overdraw)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Mandatory Withdrawal Proposals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Secondary Sign-off required by Regulators/Admin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Demo Time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the application in action.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Creating a campaign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NGO verifying the campaign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Donating live with instantaneous UI updates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Future Roadmap &amp; Q&amp;A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Fraud Detection Analysis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Fiat-to-Crypto Escrow Functionality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On-screen Show (16:9)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Zahir Ahmad</cp:lastModifiedBy>
  <cp:revision>2</cp:revision>
  <dcterms:created xsi:type="dcterms:W3CDTF">2026-04-21T09:42:25Z</dcterms:created>
  <dcterms:modified xsi:type="dcterms:W3CDTF">2026-04-21T10:09:21Z</dcterms:modified>
</cp:coreProperties>
</file>